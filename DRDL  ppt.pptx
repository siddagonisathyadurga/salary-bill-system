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-540" y="2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44E527D-E390-0936-7846-E3E36AD05F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8C345D4F-DEB3-EE9B-F581-09000B881A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EE8F2D0-3468-3F0C-CED0-880A432D9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39A9E-68D7-4E03-ACC2-EB50276B8B4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5FBAE96-22EA-2265-3570-5532C3EE1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BC20FBF-270A-98D6-6610-F00C88875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F63C0-DF14-4B17-9D62-F9A9BA1214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87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E8A83D7-15D0-36E9-2C84-903D419E0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09DBDDF-D877-0355-67AA-2F80C1A10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68FECA7-3376-1321-7305-2FB2283DE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39A9E-68D7-4E03-ACC2-EB50276B8B4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AB7E22F-13FE-AC0C-2B8D-635D93C84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4D57D9C-D088-64A9-BE96-DB06BF80A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F63C0-DF14-4B17-9D62-F9A9BA1214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632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B755FBA-588A-C671-DD54-0C94B9F53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0A190C0-53C6-607E-911D-965EE14DD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486517E-27B3-C0E8-347C-24ABAB234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39A9E-68D7-4E03-ACC2-EB50276B8B4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4D4D2F4-597C-0C91-68F5-9040861AE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48B2F5D-5D5E-D46E-6234-D666505EB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F63C0-DF14-4B17-9D62-F9A9BA1214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271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F580629-B180-E816-B1E3-B93CE7707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E19EC25-0351-090E-0E21-160CFAB95C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731D0318-3D03-4AFE-CFBE-3B5644B802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A0BC851F-0FD4-3E2A-8FD3-AA5C96C21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39A9E-68D7-4E03-ACC2-EB50276B8B4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698F0457-8F7C-AA48-C34F-73931EEB0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AB7DF53-3AB4-A1E7-F2F3-359BC1714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F63C0-DF14-4B17-9D62-F9A9BA1214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8129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4F370C7-26A4-F367-37B6-9EC9ACDDA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0CFD3716-2980-C065-C4FD-696E8A32A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88A3C890-7338-9948-DD5D-3F432DC085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A9E84FD0-1E6C-830B-954F-F254D5E741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E87CD3AA-295E-7B50-12DD-A0577D406C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1DFABF92-4458-7BA9-EB3C-4E80BF6CD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39A9E-68D7-4E03-ACC2-EB50276B8B4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25F9EA68-B51F-7F0E-58C0-D179F2377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8D1D6A1D-2930-0DCB-BAE5-60B25E315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F63C0-DF14-4B17-9D62-F9A9BA1214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1769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18D309C-F501-CCA5-D993-F94219B18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ACEE8A27-4AA6-5D0C-C759-66DD0E87C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39A9E-68D7-4E03-ACC2-EB50276B8B4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E1E7258E-EE4B-E6CE-A45B-284CB6192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3907498E-452F-D3B2-06EE-B1B4BF8D0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F63C0-DF14-4B17-9D62-F9A9BA1214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2339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E742DEDF-0782-FD2E-69BD-DA1234517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39A9E-68D7-4E03-ACC2-EB50276B8B4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EE483188-9C20-D3F4-5B55-11501BCD4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8250988D-2A54-26AC-787A-9A7143EBA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F63C0-DF14-4B17-9D62-F9A9BA1214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416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7E062A7-C54A-04EE-DFE0-998E6A029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DF143CF-1A52-6630-3F89-1FEADFCCA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4EA6619F-2F58-B0D0-47CE-46EAB47437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EB269825-D6CA-7CFA-29E5-67E929D39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39A9E-68D7-4E03-ACC2-EB50276B8B4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B3FB3DE0-8EE2-D1C2-8777-58F01B748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8FC07473-23D2-8C53-E8D8-0169B6B54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F63C0-DF14-4B17-9D62-F9A9BA1214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998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6C7C792-476A-0937-96AF-9FBD1680F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2AB5DE81-9079-3405-3E19-41573A521B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0929AD00-3E33-8B7C-BE26-A129DD1971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FC4B7033-0A05-A9D1-BC8B-D64CE3380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39A9E-68D7-4E03-ACC2-EB50276B8B4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A50601E2-813A-4CD2-01EF-75C262797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C827CBE8-7B2C-8DFD-87F7-AFBC8029E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F63C0-DF14-4B17-9D62-F9A9BA1214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258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72B6308-CEA3-C1C0-75ED-2FFC8CAF0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316B28EA-DB4C-8648-9092-5FDEC83AB0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C970F5D-CD70-D7DF-96AF-C193840C2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39A9E-68D7-4E03-ACC2-EB50276B8B4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3285789-258A-BFF5-6C62-82DF0E18E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8576DC3-F553-A4AB-CB4C-676EC843E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F63C0-DF14-4B17-9D62-F9A9BA1214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2873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5D8F68C3-5820-4385-6961-8D5CC067B8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94FB768E-1CFB-51DA-3C50-03F68195D9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B7FFF3E-AB22-20DC-397E-DF14177D0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39A9E-68D7-4E03-ACC2-EB50276B8B4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F08F0CB-E913-75D9-23AE-96D4928EE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854B691-D06C-2BEE-90BD-D5FC9252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F63C0-DF14-4B17-9D62-F9A9BA1214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5097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C9E13D0E-4549-54FB-2349-6CA1880F4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773A14C-5446-0079-798C-7FE52D96DC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E40C25D-E872-8127-391C-40BC7BBFCA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739A9E-68D7-4E03-ACC2-EB50276B8B4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48A3661-F46D-2DCD-E84C-596065E5B4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B1C37E9-040F-6EC5-9960-29A4C35794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BF63C0-DF14-4B17-9D62-F9A9BA1214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166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9724261-4277-A118-13C8-02D747E811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812" y="-264240"/>
            <a:ext cx="8474588" cy="886540"/>
          </a:xfrm>
        </p:spPr>
        <p:txBody>
          <a:bodyPr>
            <a:normAutofit fontScale="90000"/>
          </a:bodyPr>
          <a:lstStyle/>
          <a:p>
            <a:r>
              <a:rPr lang="en-US" sz="3600" dirty="0" smtClean="0">
                <a:latin typeface="Maiandra GD" panose="020E0502030308020204" pitchFamily="34" charset="0"/>
              </a:rPr>
              <a:t/>
            </a:r>
            <a:br>
              <a:rPr lang="en-US" sz="3600" dirty="0" smtClean="0">
                <a:latin typeface="Maiandra GD" panose="020E0502030308020204" pitchFamily="34" charset="0"/>
              </a:rPr>
            </a:br>
            <a:r>
              <a:rPr lang="en-US" sz="3600" dirty="0">
                <a:latin typeface="Maiandra GD" panose="020E0502030308020204" pitchFamily="34" charset="0"/>
              </a:rPr>
              <a:t/>
            </a:r>
            <a:br>
              <a:rPr lang="en-US" sz="3600" dirty="0">
                <a:latin typeface="Maiandra GD" panose="020E0502030308020204" pitchFamily="34" charset="0"/>
              </a:rPr>
            </a:b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Name-SIDDAGONI SATHYA DURGA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271A0864-AC18-383E-18B7-8D8647B0E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713" y="952500"/>
            <a:ext cx="11319388" cy="5575299"/>
          </a:xfrm>
        </p:spPr>
        <p:txBody>
          <a:bodyPr>
            <a:noAutofit/>
          </a:bodyPr>
          <a:lstStyle/>
          <a:p>
            <a:pPr algn="l"/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BILL SYSTEM: WORK DONE</a:t>
            </a:r>
          </a:p>
          <a:p>
            <a:pPr algn="l"/>
            <a:endParaRPr lang="en-US" sz="1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sz="1800" b="1" dirty="0"/>
              <a:t>End-to-End System Development</a:t>
            </a:r>
            <a:r>
              <a:rPr lang="en-US" sz="1800" dirty="0"/>
              <a:t>: Built a full-stack web application using React.js for the frontend, Spring Boot for the backend, and Oracle SQL for the database</a:t>
            </a:r>
            <a:r>
              <a:rPr lang="en-US" sz="1800" dirty="0" smtClean="0"/>
              <a:t>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800" b="1" dirty="0"/>
              <a:t>Database Architecture</a:t>
            </a:r>
            <a:r>
              <a:rPr lang="en-US" sz="1800" dirty="0"/>
              <a:t>: Designed and managed Oracle SQL </a:t>
            </a:r>
            <a:r>
              <a:rPr lang="en-US" sz="1800" dirty="0" smtClean="0"/>
              <a:t>tables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800" b="1" dirty="0"/>
              <a:t>RESTful API Integration</a:t>
            </a:r>
            <a:r>
              <a:rPr lang="en-US" sz="1800" dirty="0"/>
              <a:t>: Developed and linked Spring Boot REST APIs using </a:t>
            </a:r>
            <a:r>
              <a:rPr lang="en-US" sz="1800" dirty="0" err="1"/>
              <a:t>Axios</a:t>
            </a:r>
            <a:r>
              <a:rPr lang="en-US" sz="1800" dirty="0"/>
              <a:t> to handle CRUD operations and seamless data flow between the UI and database</a:t>
            </a:r>
            <a:r>
              <a:rPr lang="en-US" sz="1800" dirty="0" smtClean="0"/>
              <a:t>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800" b="1" dirty="0"/>
              <a:t>Dynamic Financial Logic</a:t>
            </a:r>
            <a:r>
              <a:rPr lang="en-US" sz="1800" dirty="0"/>
              <a:t>: Implemented automated calculations to determine Gross Salary by summing Base Salary, Medical, and Insurance components</a:t>
            </a:r>
            <a:r>
              <a:rPr lang="en-US" sz="1800" dirty="0" smtClean="0"/>
              <a:t>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800" b="1" dirty="0"/>
              <a:t>Interactive ITAX Module</a:t>
            </a:r>
            <a:r>
              <a:rPr lang="en-US" sz="1800" dirty="0"/>
              <a:t>: Created a real-time tax calculation engine where users can input tax percentages or amounts, with the system instantly computing the Net Salary</a:t>
            </a:r>
            <a:r>
              <a:rPr lang="en-US" sz="1800" dirty="0" smtClean="0"/>
              <a:t>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800" b="1" dirty="0"/>
              <a:t>Salary Billing Workflow</a:t>
            </a:r>
            <a:r>
              <a:rPr lang="en-US" sz="1800" dirty="0"/>
              <a:t>: Built a specialized workflow to select multiple employees and generate unique Bill Numbers and Bill Dates for financial processing</a:t>
            </a:r>
            <a:r>
              <a:rPr lang="en-US" sz="1800" dirty="0" smtClean="0"/>
              <a:t>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800" b="1" dirty="0"/>
              <a:t>Sanctioning &amp; DV System</a:t>
            </a:r>
            <a:r>
              <a:rPr lang="en-US" sz="1800" dirty="0"/>
              <a:t>: Developed a tracking module for bill statuses (Pending/Sanctioned) and automated the generation of official </a:t>
            </a:r>
            <a:r>
              <a:rPr lang="en-US" sz="1800" dirty="0" smtClean="0"/>
              <a:t>DV.</a:t>
            </a:r>
          </a:p>
          <a:p>
            <a:pPr marL="342900" indent="-342900" algn="l">
              <a:buFont typeface="+mj-lt"/>
              <a:buAutoNum type="arabicPeriod"/>
            </a:pPr>
            <a:endParaRPr lang="en-US" sz="1800" dirty="0" smtClean="0"/>
          </a:p>
          <a:p>
            <a:pPr marL="342900" indent="-342900" algn="l">
              <a:buFont typeface="+mj-lt"/>
              <a:buAutoNum type="arabicPeriod"/>
            </a:pPr>
            <a:endParaRPr lang="en-US" sz="1800" dirty="0"/>
          </a:p>
          <a:p>
            <a:pPr marL="342900" indent="-342900" algn="l">
              <a:buFont typeface="+mj-lt"/>
              <a:buAutoNum type="arabicPeriod"/>
            </a:pPr>
            <a:endParaRPr lang="en-US" sz="1800" dirty="0" smtClean="0"/>
          </a:p>
          <a:p>
            <a:pPr marL="342900" indent="-342900" algn="l">
              <a:buFont typeface="+mj-lt"/>
              <a:buAutoNum type="arabicPeriod"/>
            </a:pPr>
            <a:endParaRPr lang="en-US" sz="1800" dirty="0"/>
          </a:p>
          <a:p>
            <a:pPr marL="342900" indent="-342900" algn="l">
              <a:buFont typeface="+mj-lt"/>
              <a:buAutoNum type="arabicPeriod"/>
            </a:pPr>
            <a:endParaRPr lang="en-US" sz="1800" dirty="0" smtClean="0"/>
          </a:p>
          <a:p>
            <a:pPr marL="342900" indent="-342900" algn="l">
              <a:buFont typeface="+mj-lt"/>
              <a:buAutoNum type="arabicPeriod"/>
            </a:pPr>
            <a:endParaRPr lang="en-US" sz="1800" dirty="0"/>
          </a:p>
          <a:p>
            <a:pPr marL="342900" indent="-342900" algn="l">
              <a:buFont typeface="+mj-lt"/>
              <a:buAutoNum type="arabicPeriod"/>
            </a:pPr>
            <a:endParaRPr lang="en-US" sz="1800" dirty="0" smtClean="0"/>
          </a:p>
          <a:p>
            <a:pPr marL="342900" indent="-342900" algn="l">
              <a:buFont typeface="+mj-lt"/>
              <a:buAutoNum type="arabicPeriod"/>
            </a:pPr>
            <a:endParaRPr lang="en-US" sz="1800" dirty="0"/>
          </a:p>
          <a:p>
            <a:pPr marL="342900" indent="-342900" algn="l">
              <a:buFont typeface="+mj-lt"/>
              <a:buAutoNum type="arabicPeriod"/>
            </a:pPr>
            <a:endParaRPr lang="en-US" sz="1800" dirty="0" smtClean="0"/>
          </a:p>
          <a:p>
            <a:pPr marL="342900" indent="-342900" algn="l">
              <a:buFont typeface="+mj-lt"/>
              <a:buAutoNum type="arabicPeriod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929935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215900"/>
            <a:ext cx="12204700" cy="6731000"/>
          </a:xfrm>
        </p:spPr>
        <p:txBody>
          <a:bodyPr>
            <a:noAutofit/>
          </a:bodyPr>
          <a:lstStyle/>
          <a:p>
            <a:r>
              <a:rPr lang="en-US" sz="1200" dirty="0"/>
              <a:t/>
            </a:r>
            <a:br>
              <a:rPr lang="en-US" sz="1200" dirty="0"/>
            </a:br>
            <a:endParaRPr lang="en-US" sz="1200" dirty="0"/>
          </a:p>
        </p:txBody>
      </p:sp>
      <p:sp>
        <p:nvSpPr>
          <p:cNvPr id="4" name="Rectangle 3"/>
          <p:cNvSpPr/>
          <p:nvPr/>
        </p:nvSpPr>
        <p:spPr>
          <a:xfrm>
            <a:off x="215900" y="352028"/>
            <a:ext cx="116967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BILL SYSTEM: WORK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DONE</a:t>
            </a:r>
          </a:p>
          <a:p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latin typeface="+mj-lt"/>
                <a:cs typeface="Times New Roman" panose="02020603050405020304" pitchFamily="18" charset="0"/>
              </a:rPr>
              <a:t>8. </a:t>
            </a:r>
            <a:r>
              <a:rPr lang="en-US" b="1" dirty="0">
                <a:latin typeface="+mj-lt"/>
              </a:rPr>
              <a:t>Technical Problem Solving</a:t>
            </a:r>
            <a:r>
              <a:rPr lang="en-US" dirty="0">
                <a:latin typeface="+mj-lt"/>
              </a:rPr>
              <a:t>: </a:t>
            </a:r>
            <a:r>
              <a:rPr lang="en-US" sz="1600" dirty="0"/>
              <a:t>Successfully resolved complex "Type Casting" errors between the frontend JSON and backend Java layers to ensure database integrity</a:t>
            </a:r>
            <a:r>
              <a:rPr lang="en-US" sz="1600" dirty="0" smtClean="0"/>
              <a:t>.</a:t>
            </a:r>
          </a:p>
          <a:p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cs typeface="Times New Roman" panose="02020603050405020304" pitchFamily="18" charset="0"/>
              </a:rPr>
              <a:t>9</a:t>
            </a:r>
            <a:r>
              <a:rPr lang="en-US" b="1" dirty="0" smtClean="0">
                <a:cs typeface="Times New Roman" panose="02020603050405020304" pitchFamily="18" charset="0"/>
              </a:rPr>
              <a:t>. </a:t>
            </a:r>
            <a:r>
              <a:rPr lang="en-US" b="1" dirty="0"/>
              <a:t>Advanced UI/UX Design</a:t>
            </a:r>
            <a:r>
              <a:rPr lang="en-US" dirty="0"/>
              <a:t>: Integrated search functionality, row-selection highlighting, and conditional CSS rendering to visually distinguish between different bill and payment statuses.</a:t>
            </a:r>
            <a:endParaRPr lang="en-US" sz="1600" dirty="0"/>
          </a:p>
          <a:p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4374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227</Words>
  <Application>Microsoft Office PowerPoint</Application>
  <PresentationFormat>Custom</PresentationFormat>
  <Paragraphs>25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  Name-SIDDAGONI SATHYA DURGA</vt:lpstr>
      <vt:lpstr>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Name-SIDDAGONI SATHYA DURGA</dc:title>
  <dc:creator>Bayana Aishwarya</dc:creator>
  <cp:lastModifiedBy>Venky Goud</cp:lastModifiedBy>
  <cp:revision>6</cp:revision>
  <dcterms:created xsi:type="dcterms:W3CDTF">2025-12-14T16:15:05Z</dcterms:created>
  <dcterms:modified xsi:type="dcterms:W3CDTF">2026-02-24T14:18:31Z</dcterms:modified>
</cp:coreProperties>
</file>